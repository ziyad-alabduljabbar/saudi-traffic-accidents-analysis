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13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4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33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07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71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56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9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1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48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57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03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3C563-BB50-49AA-96C4-C383DBAA668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6384-9D81-44F7-A0C6-325761B72B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3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Loading Data into R</a:t>
            </a:r>
          </a:p>
          <a:p>
            <a:r>
              <a:rPr lang="en-US" dirty="0" smtClean="0"/>
              <a:t>Loading a csv file</a:t>
            </a:r>
          </a:p>
          <a:p>
            <a:r>
              <a:rPr lang="en-US" dirty="0" smtClean="0"/>
              <a:t>Using </a:t>
            </a:r>
            <a:r>
              <a:rPr lang="en-US" dirty="0" err="1" smtClean="0"/>
              <a:t>readr</a:t>
            </a:r>
            <a:r>
              <a:rPr lang="en-US" dirty="0"/>
              <a:t> </a:t>
            </a:r>
            <a:r>
              <a:rPr lang="en-US" dirty="0" smtClean="0"/>
              <a:t>to load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72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Data into 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R, along with </a:t>
            </a:r>
            <a:r>
              <a:rPr lang="en-US" dirty="0" err="1"/>
              <a:t>tidyverse</a:t>
            </a:r>
            <a:r>
              <a:rPr lang="en-US" dirty="0"/>
              <a:t>, include a number of functions that can</a:t>
            </a:r>
            <a:br>
              <a:rPr lang="en-US" dirty="0"/>
            </a:br>
            <a:r>
              <a:rPr lang="en-US" dirty="0"/>
              <a:t>read external data files from a wide variety of sources such as csv, txt, html, and </a:t>
            </a:r>
            <a:r>
              <a:rPr lang="en-US" dirty="0" err="1" smtClean="0"/>
              <a:t>json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/>
              <a:t>relational databases, and web services. </a:t>
            </a:r>
            <a:endParaRPr lang="en-US" dirty="0" smtClean="0"/>
          </a:p>
          <a:p>
            <a:r>
              <a:rPr lang="en-US" dirty="0"/>
              <a:t>External text files need </a:t>
            </a:r>
            <a:r>
              <a:rPr lang="en-US" dirty="0" smtClean="0"/>
              <a:t>to have </a:t>
            </a:r>
            <a:r>
              <a:rPr lang="en-US" dirty="0"/>
              <a:t>a specific format with the first line, called the header, containing </a:t>
            </a:r>
            <a:r>
              <a:rPr lang="en-US" dirty="0" smtClean="0"/>
              <a:t>the column </a:t>
            </a:r>
            <a:r>
              <a:rPr lang="en-US" dirty="0"/>
              <a:t>names.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additional line in the file will have values for each variable.</a:t>
            </a:r>
            <a:r>
              <a:rPr lang="en-US" dirty="0" smtClean="0"/>
              <a:t> </a:t>
            </a:r>
          </a:p>
          <a:p>
            <a:r>
              <a:rPr lang="en-US" dirty="0"/>
              <a:t>The </a:t>
            </a:r>
            <a:r>
              <a:rPr lang="en-US" dirty="0" err="1"/>
              <a:t>read.table</a:t>
            </a:r>
            <a:r>
              <a:rPr lang="en-US" dirty="0"/>
              <a:t>() function </a:t>
            </a:r>
            <a:r>
              <a:rPr lang="en-US" dirty="0" smtClean="0"/>
              <a:t>can </a:t>
            </a:r>
            <a:r>
              <a:rPr lang="en-US" dirty="0"/>
              <a:t>be used to read various file formats into a data frame.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42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Data into 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syntax for </a:t>
            </a:r>
            <a:r>
              <a:rPr lang="en-US" dirty="0" err="1"/>
              <a:t>read.table</a:t>
            </a:r>
            <a:r>
              <a:rPr lang="en-US" dirty="0"/>
              <a:t>()is to accept a filename, </a:t>
            </a:r>
            <a:r>
              <a:rPr lang="en-US" dirty="0" smtClean="0"/>
              <a:t>which </a:t>
            </a:r>
            <a:r>
              <a:rPr lang="en-US" dirty="0"/>
              <a:t>will be the path and </a:t>
            </a:r>
            <a:r>
              <a:rPr lang="en-US" dirty="0" smtClean="0"/>
              <a:t>file name</a:t>
            </a:r>
            <a:r>
              <a:rPr lang="en-US" dirty="0"/>
              <a:t>, </a:t>
            </a:r>
            <a:endParaRPr lang="en-US" dirty="0" smtClean="0"/>
          </a:p>
          <a:p>
            <a:r>
              <a:rPr lang="en-US" dirty="0"/>
              <a:t>A</a:t>
            </a:r>
            <a:r>
              <a:rPr lang="en-US" dirty="0" smtClean="0"/>
              <a:t>long </a:t>
            </a:r>
            <a:r>
              <a:rPr lang="en-US" dirty="0"/>
              <a:t>with a TRUE|FALSE indicator for the header. If set to TRUE </a:t>
            </a:r>
            <a:r>
              <a:rPr lang="en-US" dirty="0" smtClean="0"/>
              <a:t>the assumption </a:t>
            </a:r>
            <a:r>
              <a:rPr lang="en-US" dirty="0"/>
              <a:t>is that column names are in the header line of the file</a:t>
            </a:r>
            <a:r>
              <a:rPr lang="en-US" dirty="0" smtClean="0"/>
              <a:t>.</a:t>
            </a:r>
          </a:p>
          <a:p>
            <a:r>
              <a:rPr lang="en-US" dirty="0"/>
              <a:t>Default values will be used for the column headers if these are not</a:t>
            </a:r>
            <a:br>
              <a:rPr lang="en-US" dirty="0"/>
            </a:br>
            <a:r>
              <a:rPr lang="en-US" dirty="0"/>
              <a:t>provided.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The </a:t>
            </a:r>
            <a:r>
              <a:rPr lang="en-US" dirty="0"/>
              <a:t>path </a:t>
            </a:r>
            <a:r>
              <a:rPr lang="en-US" dirty="0" smtClean="0"/>
              <a:t>is not </a:t>
            </a:r>
            <a:r>
              <a:rPr lang="en-US" dirty="0"/>
              <a:t>necessary if you have already set the working directory.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output of </a:t>
            </a:r>
            <a:r>
              <a:rPr lang="en-US" dirty="0" smtClean="0"/>
              <a:t>the </a:t>
            </a:r>
            <a:r>
              <a:rPr lang="en-US" dirty="0" err="1" smtClean="0"/>
              <a:t>read.table</a:t>
            </a:r>
            <a:r>
              <a:rPr lang="en-US" dirty="0"/>
              <a:t>() function is a data frame object.</a:t>
            </a:r>
            <a:r>
              <a:rPr lang="en-US" dirty="0" smtClean="0"/>
              <a:t> </a:t>
            </a:r>
          </a:p>
          <a:p>
            <a:r>
              <a:rPr lang="en-US" dirty="0"/>
              <a:t>The file. choose()function </a:t>
            </a:r>
            <a:r>
              <a:rPr lang="en-US" dirty="0" smtClean="0"/>
              <a:t>can also be use to interactively </a:t>
            </a:r>
            <a:r>
              <a:rPr lang="en-US" dirty="0"/>
              <a:t>select the file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38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Data into 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 fontScale="85000" lnSpcReduction="20000"/>
          </a:bodyPr>
          <a:lstStyle/>
          <a:p>
            <a:r>
              <a:rPr lang="en-US" sz="3400" dirty="0" err="1"/>
              <a:t>df</a:t>
            </a:r>
            <a:r>
              <a:rPr lang="en-US" sz="3400" dirty="0"/>
              <a:t> = </a:t>
            </a:r>
            <a:r>
              <a:rPr lang="en-US" sz="3400" dirty="0" err="1" smtClean="0"/>
              <a:t>read.table</a:t>
            </a:r>
            <a:r>
              <a:rPr lang="en-US" sz="3400" dirty="0" smtClean="0"/>
              <a:t>(“StudyArea.csv</a:t>
            </a:r>
            <a:r>
              <a:rPr lang="en-US" sz="3400" dirty="0"/>
              <a:t>”, header = TRUE)</a:t>
            </a:r>
            <a:r>
              <a:rPr lang="en-US" sz="3400" dirty="0" smtClean="0"/>
              <a:t> </a:t>
            </a:r>
          </a:p>
          <a:p>
            <a:r>
              <a:rPr lang="en-US" sz="3400" dirty="0" smtClean="0"/>
              <a:t>Error </a:t>
            </a:r>
            <a:r>
              <a:rPr lang="en-US" sz="3400" dirty="0"/>
              <a:t>message was generated </a:t>
            </a:r>
            <a:r>
              <a:rPr lang="en-US" sz="3400" dirty="0" smtClean="0"/>
              <a:t>because read</a:t>
            </a:r>
            <a:r>
              <a:rPr lang="en-US" sz="3400" dirty="0"/>
              <a:t>_ table</a:t>
            </a:r>
            <a:r>
              <a:rPr lang="en-US" sz="3400" dirty="0" smtClean="0"/>
              <a:t>() function </a:t>
            </a:r>
            <a:r>
              <a:rPr lang="en-US" sz="3400" dirty="0"/>
              <a:t>uses spaces as the delimiter between records and our file uses </a:t>
            </a:r>
            <a:r>
              <a:rPr lang="en-US" sz="3400" dirty="0" smtClean="0"/>
              <a:t>commas as </a:t>
            </a:r>
            <a:r>
              <a:rPr lang="en-US" sz="3400" dirty="0"/>
              <a:t>the delimiter.</a:t>
            </a:r>
            <a:r>
              <a:rPr lang="en-US" sz="3400" dirty="0" smtClean="0"/>
              <a:t> </a:t>
            </a:r>
          </a:p>
          <a:p>
            <a:r>
              <a:rPr lang="en-US" sz="3400" dirty="0" smtClean="0"/>
              <a:t>Adding separator as comma</a:t>
            </a:r>
            <a:r>
              <a:rPr lang="en-US" sz="3400" dirty="0"/>
              <a:t/>
            </a:r>
            <a:br>
              <a:rPr lang="en-US" sz="3400" dirty="0"/>
            </a:br>
            <a:r>
              <a:rPr lang="en-US" sz="3400" dirty="0" err="1"/>
              <a:t>df</a:t>
            </a:r>
            <a:r>
              <a:rPr lang="en-US" sz="3400" dirty="0"/>
              <a:t> = </a:t>
            </a:r>
            <a:r>
              <a:rPr lang="en-US" sz="3400" dirty="0" err="1"/>
              <a:t>read.table</a:t>
            </a:r>
            <a:r>
              <a:rPr lang="en-US" sz="3400" dirty="0"/>
              <a:t>(“StudyArea.csv”, </a:t>
            </a:r>
            <a:r>
              <a:rPr lang="en-US" sz="3400" dirty="0" err="1"/>
              <a:t>sep</a:t>
            </a:r>
            <a:r>
              <a:rPr lang="en-US" sz="3400" dirty="0"/>
              <a:t>=”,”, header = TRUE)</a:t>
            </a:r>
            <a:r>
              <a:rPr lang="en-US" sz="3400" dirty="0" smtClean="0"/>
              <a:t> </a:t>
            </a:r>
          </a:p>
          <a:p>
            <a:r>
              <a:rPr lang="en-US" sz="3400" dirty="0" smtClean="0"/>
              <a:t>This time error due to missing values in some columns</a:t>
            </a:r>
          </a:p>
          <a:p>
            <a:r>
              <a:rPr lang="en-US" sz="3400" dirty="0" smtClean="0"/>
              <a:t>This time adding fill=TRUE</a:t>
            </a:r>
          </a:p>
          <a:p>
            <a:r>
              <a:rPr lang="en-US" sz="3400" dirty="0" err="1" smtClean="0"/>
              <a:t>df</a:t>
            </a:r>
            <a:r>
              <a:rPr lang="en-US" sz="3400" dirty="0" smtClean="0"/>
              <a:t> = </a:t>
            </a:r>
            <a:r>
              <a:rPr lang="en-US" sz="3400" dirty="0" err="1" smtClean="0"/>
              <a:t>read.table</a:t>
            </a:r>
            <a:r>
              <a:rPr lang="en-US" sz="3400" dirty="0" smtClean="0"/>
              <a:t>("StudyArea.csv", header=TRUE, fill=TRUE, </a:t>
            </a:r>
            <a:r>
              <a:rPr lang="en-US" sz="3400" dirty="0" err="1" smtClean="0"/>
              <a:t>sep</a:t>
            </a:r>
            <a:r>
              <a:rPr lang="en-US" sz="3400" dirty="0" smtClean="0"/>
              <a:t>=",")</a:t>
            </a:r>
          </a:p>
          <a:p>
            <a:r>
              <a:rPr lang="en-US" sz="3400" b="1" dirty="0" smtClean="0">
                <a:solidFill>
                  <a:srgbClr val="FF0000"/>
                </a:solidFill>
              </a:rPr>
              <a:t>See Environment </a:t>
            </a:r>
            <a:r>
              <a:rPr lang="en-US" sz="3400" dirty="0" smtClean="0"/>
              <a:t>tab, it loaded </a:t>
            </a:r>
            <a:r>
              <a:rPr lang="en-US" sz="3400" dirty="0"/>
              <a:t>153,095 records </a:t>
            </a:r>
            <a:r>
              <a:rPr lang="en-US" sz="3400" dirty="0" smtClean="0"/>
              <a:t>but </a:t>
            </a:r>
            <a:r>
              <a:rPr lang="en-US" sz="3400" dirty="0"/>
              <a:t>there are </a:t>
            </a:r>
            <a:r>
              <a:rPr lang="en-US" sz="3400" dirty="0" smtClean="0"/>
              <a:t>over 4lakhs. 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7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Data into R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 lnSpcReduction="10000"/>
          </a:bodyPr>
          <a:lstStyle/>
          <a:p>
            <a:r>
              <a:rPr lang="en-US" sz="3400" b="1" dirty="0" smtClean="0">
                <a:solidFill>
                  <a:srgbClr val="FF0000"/>
                </a:solidFill>
              </a:rPr>
              <a:t>Reason: </a:t>
            </a:r>
            <a:r>
              <a:rPr lang="en-US" sz="3400" dirty="0" smtClean="0"/>
              <a:t>Quotes (single or double) in a csv file can cause records not to be loaded.</a:t>
            </a:r>
          </a:p>
          <a:p>
            <a:r>
              <a:rPr lang="en-US" sz="3600" dirty="0" smtClean="0"/>
              <a:t>Let’s add one more parameter to handle records that were thrown out due to</a:t>
            </a:r>
            <a:br>
              <a:rPr lang="en-US" sz="3600" dirty="0" smtClean="0"/>
            </a:br>
            <a:r>
              <a:rPr lang="en-US" sz="3600" dirty="0" smtClean="0"/>
              <a:t>quotes. </a:t>
            </a:r>
            <a:br>
              <a:rPr lang="en-US" sz="3600" dirty="0" smtClean="0"/>
            </a:br>
            <a:r>
              <a:rPr lang="en-US" sz="3400" dirty="0" err="1" smtClean="0"/>
              <a:t>df</a:t>
            </a:r>
            <a:r>
              <a:rPr lang="en-US" sz="3400" dirty="0" smtClean="0"/>
              <a:t> &lt;- </a:t>
            </a:r>
            <a:r>
              <a:rPr lang="en-US" sz="3400" dirty="0" err="1" smtClean="0"/>
              <a:t>read.table</a:t>
            </a:r>
            <a:r>
              <a:rPr lang="en-US" sz="3400" dirty="0" smtClean="0"/>
              <a:t>("StudyArea.csv", header=TRUE, fill=TRUE, quote="", </a:t>
            </a:r>
            <a:r>
              <a:rPr lang="en-US" sz="3400" dirty="0" err="1" smtClean="0"/>
              <a:t>sep</a:t>
            </a:r>
            <a:r>
              <a:rPr lang="en-US" sz="3400" dirty="0" smtClean="0"/>
              <a:t>=",") </a:t>
            </a:r>
            <a:br>
              <a:rPr lang="en-US" sz="3400" dirty="0" smtClean="0"/>
            </a:b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b="1" dirty="0" smtClean="0">
                <a:solidFill>
                  <a:srgbClr val="FF0000"/>
                </a:solidFill>
              </a:rPr>
              <a:t/>
            </a:r>
            <a:br>
              <a:rPr lang="en-US" sz="3600" b="1" dirty="0" smtClean="0">
                <a:solidFill>
                  <a:srgbClr val="FF0000"/>
                </a:solidFill>
              </a:rPr>
            </a:br>
            <a:r>
              <a:rPr lang="en-US" sz="3600" b="1" dirty="0" smtClean="0">
                <a:solidFill>
                  <a:srgbClr val="FF0000"/>
                </a:solidFill>
              </a:rPr>
              <a:t>Conclusion: </a:t>
            </a:r>
            <a:r>
              <a:rPr lang="en-US" sz="3600" b="1" dirty="0" err="1" smtClean="0">
                <a:solidFill>
                  <a:srgbClr val="FF0000"/>
                </a:solidFill>
              </a:rPr>
              <a:t>read.table</a:t>
            </a:r>
            <a:r>
              <a:rPr lang="en-US" sz="3600" b="1" dirty="0" smtClean="0">
                <a:solidFill>
                  <a:srgbClr val="FF0000"/>
                </a:solidFill>
              </a:rPr>
              <a:t> is complex</a:t>
            </a:r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9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2: Loading a csv file with read.csv()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/>
          </a:bodyPr>
          <a:lstStyle/>
          <a:p>
            <a:r>
              <a:rPr lang="en-US" dirty="0"/>
              <a:t>The read.csv</a:t>
            </a:r>
            <a:r>
              <a:rPr lang="en-US" dirty="0" smtClean="0"/>
              <a:t>() function is </a:t>
            </a:r>
            <a:r>
              <a:rPr lang="en-US" dirty="0"/>
              <a:t>almost identical </a:t>
            </a:r>
            <a:r>
              <a:rPr lang="en-US" dirty="0" smtClean="0"/>
              <a:t>to read</a:t>
            </a:r>
            <a:r>
              <a:rPr lang="en-US" dirty="0"/>
              <a:t>. table(), </a:t>
            </a:r>
            <a:r>
              <a:rPr lang="en-US" dirty="0" smtClean="0"/>
              <a:t>however </a:t>
            </a:r>
            <a:r>
              <a:rPr lang="en-US" dirty="0"/>
              <a:t>the header and fill arguments are set </a:t>
            </a:r>
            <a:r>
              <a:rPr lang="en-US" dirty="0" smtClean="0"/>
              <a:t>to TRUE </a:t>
            </a:r>
            <a:r>
              <a:rPr lang="en-US" dirty="0"/>
              <a:t>by default. </a:t>
            </a:r>
            <a:endParaRPr lang="en-US" dirty="0" smtClean="0"/>
          </a:p>
          <a:p>
            <a:r>
              <a:rPr lang="en-US" dirty="0" err="1"/>
              <a:t>df</a:t>
            </a:r>
            <a:r>
              <a:rPr lang="en-US" dirty="0"/>
              <a:t> = read.csv(“StudyArea.csv”)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>
                <a:solidFill>
                  <a:srgbClr val="FF0000"/>
                </a:solidFill>
              </a:rPr>
              <a:t>Conclusion: </a:t>
            </a:r>
            <a:r>
              <a:rPr lang="en-US" b="1" dirty="0" smtClean="0">
                <a:solidFill>
                  <a:srgbClr val="FF0000"/>
                </a:solidFill>
              </a:rPr>
              <a:t>read.csv() is easy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255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 2: Loading a csv file with </a:t>
            </a:r>
            <a:r>
              <a:rPr lang="en-US" b="1" dirty="0" err="1" smtClean="0"/>
              <a:t>read.table</a:t>
            </a:r>
            <a:r>
              <a:rPr lang="en-US" b="1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/>
          </a:bodyPr>
          <a:lstStyle/>
          <a:p>
            <a:r>
              <a:rPr lang="en-US" dirty="0"/>
              <a:t>The read.csv</a:t>
            </a:r>
            <a:r>
              <a:rPr lang="en-US" dirty="0" smtClean="0"/>
              <a:t>() function is </a:t>
            </a:r>
            <a:r>
              <a:rPr lang="en-US" dirty="0"/>
              <a:t>almost identical </a:t>
            </a:r>
            <a:r>
              <a:rPr lang="en-US" dirty="0" smtClean="0"/>
              <a:t>to read</a:t>
            </a:r>
            <a:r>
              <a:rPr lang="en-US" dirty="0"/>
              <a:t>. table(), </a:t>
            </a:r>
            <a:r>
              <a:rPr lang="en-US" dirty="0" smtClean="0"/>
              <a:t>however </a:t>
            </a:r>
            <a:r>
              <a:rPr lang="en-US" dirty="0"/>
              <a:t>the header and fill arguments are set </a:t>
            </a:r>
            <a:r>
              <a:rPr lang="en-US" dirty="0" smtClean="0"/>
              <a:t>to TRUE </a:t>
            </a:r>
            <a:r>
              <a:rPr lang="en-US" dirty="0"/>
              <a:t>by default. </a:t>
            </a:r>
            <a:endParaRPr lang="en-US" dirty="0" smtClean="0"/>
          </a:p>
          <a:p>
            <a:r>
              <a:rPr lang="en-US" dirty="0" err="1"/>
              <a:t>df</a:t>
            </a:r>
            <a:r>
              <a:rPr lang="en-US" dirty="0"/>
              <a:t> = read.csv(“StudyArea.csv”)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>
                <a:solidFill>
                  <a:srgbClr val="FF0000"/>
                </a:solidFill>
              </a:rPr>
              <a:t>Conclusion: </a:t>
            </a:r>
            <a:r>
              <a:rPr lang="en-US" b="1" dirty="0" smtClean="0">
                <a:solidFill>
                  <a:srgbClr val="FF0000"/>
                </a:solidFill>
              </a:rPr>
              <a:t>read.csv() is easy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57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Exercise 3: </a:t>
            </a:r>
            <a:r>
              <a:rPr lang="en-US" b="1" dirty="0"/>
              <a:t>Loading a tab delimited file with </a:t>
            </a:r>
            <a:r>
              <a:rPr lang="en-US" b="1" dirty="0" err="1"/>
              <a:t>read.table</a:t>
            </a:r>
            <a:r>
              <a:rPr lang="en-US" b="1" dirty="0"/>
              <a:t>()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read.table</a:t>
            </a:r>
            <a:r>
              <a:rPr lang="en-US" dirty="0"/>
              <a:t>() function is most often used to read the contents of a </a:t>
            </a:r>
            <a:r>
              <a:rPr lang="en-US" dirty="0" smtClean="0"/>
              <a:t>tab delimited </a:t>
            </a:r>
            <a:r>
              <a:rPr lang="en-US" dirty="0"/>
              <a:t>file </a:t>
            </a:r>
            <a:endParaRPr lang="en-US" dirty="0" smtClean="0"/>
          </a:p>
          <a:p>
            <a:r>
              <a:rPr lang="en-US" dirty="0"/>
              <a:t>df2 &lt;- </a:t>
            </a:r>
            <a:r>
              <a:rPr lang="en-US" dirty="0" err="1"/>
              <a:t>read.table</a:t>
            </a:r>
            <a:r>
              <a:rPr lang="en-US" dirty="0"/>
              <a:t>("all_genes_pombase.txt", header=TRUE, </a:t>
            </a:r>
            <a:r>
              <a:rPr lang="en-US" dirty="0" err="1"/>
              <a:t>sep</a:t>
            </a:r>
            <a:r>
              <a:rPr lang="en-US" dirty="0"/>
              <a:t>="\t", quote</a:t>
            </a:r>
            <a:r>
              <a:rPr lang="en-US" dirty="0" smtClean="0"/>
              <a:t>="")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583" y="2794145"/>
            <a:ext cx="7253720" cy="40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58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Exercise </a:t>
            </a:r>
            <a:r>
              <a:rPr lang="en-US" b="1" dirty="0"/>
              <a:t>4</a:t>
            </a:r>
            <a:r>
              <a:rPr lang="en-US" b="1" dirty="0" smtClean="0"/>
              <a:t>: </a:t>
            </a:r>
            <a:r>
              <a:rPr lang="en-US" b="1" dirty="0"/>
              <a:t>Using </a:t>
            </a:r>
            <a:r>
              <a:rPr lang="en-US" b="1" dirty="0" err="1"/>
              <a:t>readr</a:t>
            </a:r>
            <a:r>
              <a:rPr lang="en-US" b="1" dirty="0"/>
              <a:t> to load data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tidyverse</a:t>
            </a:r>
            <a:r>
              <a:rPr lang="en-US" dirty="0"/>
              <a:t> package includes </a:t>
            </a:r>
            <a:r>
              <a:rPr lang="en-US" dirty="0" smtClean="0"/>
              <a:t>a sub-package </a:t>
            </a:r>
            <a:r>
              <a:rPr lang="en-US" dirty="0"/>
              <a:t>called </a:t>
            </a:r>
            <a:r>
              <a:rPr lang="en-US" dirty="0" err="1"/>
              <a:t>readr</a:t>
            </a:r>
            <a:r>
              <a:rPr lang="en-US" dirty="0"/>
              <a:t> that can also be used to load external data.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readr</a:t>
            </a:r>
            <a:r>
              <a:rPr lang="en-US" dirty="0" smtClean="0"/>
              <a:t> package </a:t>
            </a:r>
            <a:r>
              <a:rPr lang="en-US" dirty="0"/>
              <a:t>includes a </a:t>
            </a:r>
            <a:r>
              <a:rPr lang="en-US" b="1" dirty="0" err="1"/>
              <a:t>read_csv</a:t>
            </a:r>
            <a:r>
              <a:rPr lang="en-US" b="1" dirty="0"/>
              <a:t>() </a:t>
            </a:r>
            <a:r>
              <a:rPr lang="en-US" dirty="0"/>
              <a:t>function that loads data much </a:t>
            </a:r>
            <a:r>
              <a:rPr lang="en-US" dirty="0" smtClean="0"/>
              <a:t>faster(X10) </a:t>
            </a:r>
            <a:r>
              <a:rPr lang="en-US" dirty="0"/>
              <a:t>than </a:t>
            </a:r>
            <a:r>
              <a:rPr lang="en-US" dirty="0" smtClean="0"/>
              <a:t>the internal </a:t>
            </a:r>
            <a:r>
              <a:rPr lang="en-US" b="1" dirty="0"/>
              <a:t>read.csv() </a:t>
            </a:r>
            <a:r>
              <a:rPr lang="en-US" dirty="0"/>
              <a:t>function. </a:t>
            </a:r>
            <a:endParaRPr lang="en-US" dirty="0" smtClean="0"/>
          </a:p>
          <a:p>
            <a:r>
              <a:rPr lang="en-US" dirty="0" smtClean="0"/>
              <a:t>Other functions of </a:t>
            </a:r>
            <a:r>
              <a:rPr lang="en-US" dirty="0" err="1" smtClean="0"/>
              <a:t>readr</a:t>
            </a:r>
            <a:r>
              <a:rPr lang="en-US" dirty="0" smtClean="0"/>
              <a:t> are </a:t>
            </a:r>
            <a:r>
              <a:rPr lang="en-US" dirty="0" err="1" smtClean="0"/>
              <a:t>read_delim</a:t>
            </a:r>
            <a:r>
              <a:rPr lang="en-US" dirty="0" smtClean="0"/>
              <a:t>(), read_csv2</a:t>
            </a:r>
            <a:r>
              <a:rPr lang="en-US" dirty="0"/>
              <a:t>(), and </a:t>
            </a:r>
            <a:r>
              <a:rPr lang="en-US" dirty="0" err="1"/>
              <a:t>read_tsv</a:t>
            </a:r>
            <a:r>
              <a:rPr lang="en-US" dirty="0" smtClean="0"/>
              <a:t>().</a:t>
            </a:r>
          </a:p>
          <a:p>
            <a:r>
              <a:rPr lang="en-US" dirty="0" err="1" smtClean="0"/>
              <a:t>dfReadr</a:t>
            </a:r>
            <a:r>
              <a:rPr lang="en-US" dirty="0" smtClean="0"/>
              <a:t> </a:t>
            </a:r>
            <a:r>
              <a:rPr lang="en-US" dirty="0"/>
              <a:t>&lt;- </a:t>
            </a:r>
            <a:r>
              <a:rPr lang="en-US" dirty="0" err="1"/>
              <a:t>read_csv</a:t>
            </a:r>
            <a:r>
              <a:rPr lang="en-US" dirty="0"/>
              <a:t>("StudyArea.csv", </a:t>
            </a:r>
            <a:r>
              <a:rPr lang="en-US" dirty="0" err="1"/>
              <a:t>col_types</a:t>
            </a:r>
            <a:r>
              <a:rPr lang="en-US" dirty="0"/>
              <a:t> = cols(.default = "c"), </a:t>
            </a:r>
            <a:r>
              <a:rPr lang="en-US" dirty="0" err="1"/>
              <a:t>col_names</a:t>
            </a:r>
            <a:r>
              <a:rPr lang="en-US" dirty="0"/>
              <a:t> = TRUE)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/>
              <a:t>col_types</a:t>
            </a:r>
            <a:r>
              <a:rPr lang="en-US" dirty="0"/>
              <a:t> argument was used to load all the columns as a character data type for simplification purposes.</a:t>
            </a:r>
          </a:p>
          <a:p>
            <a:r>
              <a:rPr lang="en-US" dirty="0"/>
              <a:t>Otherwise some additional preprocessing of the data was </a:t>
            </a:r>
            <a:r>
              <a:rPr lang="en-US" dirty="0" smtClean="0"/>
              <a:t>required</a:t>
            </a:r>
          </a:p>
          <a:p>
            <a:r>
              <a:rPr lang="en-US" dirty="0" smtClean="0"/>
              <a:t>Note: </a:t>
            </a:r>
            <a:r>
              <a:rPr lang="en-US" dirty="0" err="1" smtClean="0"/>
              <a:t>read_csv</a:t>
            </a:r>
            <a:r>
              <a:rPr lang="en-US" dirty="0" smtClean="0"/>
              <a:t> for data where commas used as separator and periods for decimal</a:t>
            </a:r>
          </a:p>
          <a:p>
            <a:r>
              <a:rPr lang="en-US" dirty="0"/>
              <a:t>r</a:t>
            </a:r>
            <a:r>
              <a:rPr lang="en-US" dirty="0" smtClean="0"/>
              <a:t>ead_c</a:t>
            </a:r>
            <a:r>
              <a:rPr lang="en-US" dirty="0" smtClean="0"/>
              <a:t>sv2 for data where semicolons are used for separator and commas used for decimals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5" y="4225637"/>
            <a:ext cx="73056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1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Exercise </a:t>
            </a:r>
            <a:r>
              <a:rPr lang="en-US" b="1" dirty="0"/>
              <a:t>4</a:t>
            </a:r>
            <a:r>
              <a:rPr lang="en-US" b="1" dirty="0" smtClean="0"/>
              <a:t>: </a:t>
            </a:r>
            <a:r>
              <a:rPr lang="en-US" b="1" dirty="0"/>
              <a:t>Using </a:t>
            </a:r>
            <a:r>
              <a:rPr lang="en-US" b="1" dirty="0" err="1"/>
              <a:t>readr</a:t>
            </a:r>
            <a:r>
              <a:rPr lang="en-US" b="1" dirty="0"/>
              <a:t> to load data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/>
          </a:bodyPr>
          <a:lstStyle/>
          <a:p>
            <a:r>
              <a:rPr lang="en-US" dirty="0" err="1"/>
              <a:t>dfReadr</a:t>
            </a:r>
            <a:r>
              <a:rPr lang="en-US" dirty="0"/>
              <a:t> &lt;- </a:t>
            </a:r>
            <a:r>
              <a:rPr lang="en-US" dirty="0" err="1"/>
              <a:t>read_csv</a:t>
            </a:r>
            <a:r>
              <a:rPr lang="en-US" dirty="0"/>
              <a:t>("StudyArea.csv", </a:t>
            </a:r>
            <a:r>
              <a:rPr lang="en-US" dirty="0" err="1"/>
              <a:t>col_names</a:t>
            </a:r>
            <a:r>
              <a:rPr lang="en-US" dirty="0"/>
              <a:t> = TRUE</a:t>
            </a:r>
            <a:r>
              <a:rPr lang="en-US" dirty="0" smtClean="0"/>
              <a:t>)</a:t>
            </a:r>
          </a:p>
          <a:p>
            <a:r>
              <a:rPr lang="en-US" dirty="0"/>
              <a:t>problems(</a:t>
            </a:r>
            <a:r>
              <a:rPr lang="en-US" dirty="0" err="1"/>
              <a:t>dfReadr</a:t>
            </a:r>
            <a:r>
              <a:rPr lang="en-US" dirty="0"/>
              <a:t>) </a:t>
            </a:r>
            <a:r>
              <a:rPr lang="en-US" dirty="0" smtClean="0"/>
              <a:t># to get the list of parsing errors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345" y="2433683"/>
            <a:ext cx="8251248" cy="463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0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Exercise </a:t>
            </a:r>
            <a:r>
              <a:rPr lang="en-US" b="1" dirty="0"/>
              <a:t>4</a:t>
            </a:r>
            <a:r>
              <a:rPr lang="en-US" b="1" dirty="0" smtClean="0"/>
              <a:t>: </a:t>
            </a:r>
            <a:r>
              <a:rPr lang="en-US" b="1" dirty="0"/>
              <a:t>Using </a:t>
            </a:r>
            <a:r>
              <a:rPr lang="en-US" b="1" dirty="0" err="1"/>
              <a:t>readr</a:t>
            </a:r>
            <a:r>
              <a:rPr lang="en-US" b="1" dirty="0"/>
              <a:t> to load data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/>
          </a:bodyPr>
          <a:lstStyle/>
          <a:p>
            <a:r>
              <a:rPr lang="en-US" dirty="0" err="1"/>
              <a:t>dfReadr</a:t>
            </a:r>
            <a:r>
              <a:rPr lang="en-US" dirty="0"/>
              <a:t> = </a:t>
            </a:r>
            <a:r>
              <a:rPr lang="en-US" dirty="0" err="1"/>
              <a:t>read_csv</a:t>
            </a:r>
            <a:r>
              <a:rPr lang="en-US" dirty="0"/>
              <a:t>(“StudyArea.csv”, </a:t>
            </a:r>
            <a:r>
              <a:rPr lang="en-US" dirty="0" err="1"/>
              <a:t>col_types</a:t>
            </a:r>
            <a:r>
              <a:rPr lang="en-US" dirty="0"/>
              <a:t> = list(UNIT = col_ character</a:t>
            </a:r>
            <a:r>
              <a:rPr lang="en-US" dirty="0" smtClean="0"/>
              <a:t>()), </a:t>
            </a:r>
            <a:r>
              <a:rPr lang="en-US" dirty="0" err="1" smtClean="0"/>
              <a:t>col_names</a:t>
            </a:r>
            <a:r>
              <a:rPr lang="en-US" dirty="0" smtClean="0"/>
              <a:t> </a:t>
            </a:r>
            <a:r>
              <a:rPr lang="en-US" dirty="0"/>
              <a:t>= TRUE) </a:t>
            </a:r>
            <a:r>
              <a:rPr lang="en-US" dirty="0" smtClean="0"/>
              <a:t># to resolve unit column issue because it contains both numeric and char </a:t>
            </a:r>
          </a:p>
          <a:p>
            <a:endParaRPr lang="en-US" dirty="0"/>
          </a:p>
          <a:p>
            <a:r>
              <a:rPr lang="en-US" dirty="0"/>
              <a:t>head(</a:t>
            </a:r>
            <a:r>
              <a:rPr lang="en-US" dirty="0" err="1"/>
              <a:t>dfReadr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23" y="3745489"/>
            <a:ext cx="66675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0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Exercise 4: Conclusion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68582"/>
            <a:ext cx="10924309" cy="5195454"/>
          </a:xfrm>
        </p:spPr>
        <p:txBody>
          <a:bodyPr>
            <a:normAutofit/>
          </a:bodyPr>
          <a:lstStyle/>
          <a:p>
            <a:r>
              <a:rPr lang="en-US" dirty="0"/>
              <a:t>In this chapter you learned various functions for loading an external data </a:t>
            </a:r>
            <a:r>
              <a:rPr lang="en-US" dirty="0" smtClean="0"/>
              <a:t>file including </a:t>
            </a:r>
            <a:r>
              <a:rPr lang="en-US" dirty="0"/>
              <a:t>the built in R functions </a:t>
            </a:r>
            <a:r>
              <a:rPr lang="en-US" dirty="0" err="1"/>
              <a:t>read.table</a:t>
            </a:r>
            <a:r>
              <a:rPr lang="en-US" dirty="0"/>
              <a:t>() and read.csv(). While </a:t>
            </a:r>
            <a:r>
              <a:rPr lang="en-US" dirty="0" smtClean="0"/>
              <a:t>these functions </a:t>
            </a:r>
            <a:r>
              <a:rPr lang="en-US" dirty="0"/>
              <a:t>can certainly get the job done, the </a:t>
            </a:r>
            <a:r>
              <a:rPr lang="en-US" dirty="0" err="1"/>
              <a:t>read_csv</a:t>
            </a:r>
            <a:r>
              <a:rPr lang="en-US" dirty="0"/>
              <a:t>() function found in </a:t>
            </a:r>
            <a:r>
              <a:rPr lang="en-US" dirty="0" smtClean="0"/>
              <a:t>the </a:t>
            </a:r>
            <a:r>
              <a:rPr lang="en-US" dirty="0" err="1" smtClean="0"/>
              <a:t>readr</a:t>
            </a:r>
            <a:r>
              <a:rPr lang="en-US" dirty="0" smtClean="0"/>
              <a:t> </a:t>
            </a:r>
            <a:r>
              <a:rPr lang="en-US" dirty="0"/>
              <a:t>package is a much more efficient function for loading external data.</a:t>
            </a:r>
            <a:r>
              <a:rPr lang="en-US"/>
              <a:t/>
            </a:r>
            <a:br>
              <a:rPr lang="en-US"/>
            </a:b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979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565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Module 3</vt:lpstr>
      <vt:lpstr>Contents</vt:lpstr>
      <vt:lpstr>Loading Data into R </vt:lpstr>
      <vt:lpstr>Loading Data into R </vt:lpstr>
      <vt:lpstr>Loading Data into R </vt:lpstr>
      <vt:lpstr>Loading Data into R </vt:lpstr>
      <vt:lpstr>Exercise 2: Loading a csv file with read.csv()</vt:lpstr>
      <vt:lpstr>Exercise 2: Loading a csv file with read.table()</vt:lpstr>
      <vt:lpstr>Exercise 3: Loading a tab delimited file with read.table()  </vt:lpstr>
      <vt:lpstr>Exercise 4: Using readr to load data   </vt:lpstr>
      <vt:lpstr>Exercise 4: Using readr to load data   </vt:lpstr>
      <vt:lpstr>Exercise 4: Using readr to load data   </vt:lpstr>
      <vt:lpstr>Exercise 4: 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</dc:title>
  <dc:creator>MOHD HAQ</dc:creator>
  <cp:lastModifiedBy>MOHD HAQ</cp:lastModifiedBy>
  <cp:revision>10</cp:revision>
  <dcterms:created xsi:type="dcterms:W3CDTF">2021-01-24T06:26:50Z</dcterms:created>
  <dcterms:modified xsi:type="dcterms:W3CDTF">2021-02-08T06:50:57Z</dcterms:modified>
</cp:coreProperties>
</file>